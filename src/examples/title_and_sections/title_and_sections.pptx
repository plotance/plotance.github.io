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48c2212411e4ca4" /></Relationships>
</file>

<file path=ppt/presentation.xml><?xml version="1.0" encoding="utf-8"?>
<p:presentation xmlns:p="http://schemas.openxmlformats.org/presentationml/2006/main" showSpecialPlsOnTitleSld="0">
  <p:sldMasterIdLst>
    <p:sldMasterId xmlns:r="http://schemas.openxmlformats.org/officeDocument/2006/relationships" id="2147483648" r:id="R2e0b3f13d3cb4d55"/>
  </p:sldMasterIdLst>
  <p:sldIdLst>
    <p:sldId xmlns:r="http://schemas.openxmlformats.org/officeDocument/2006/relationships" id="257" r:id="R4d276876b95e40b7"/>
    <p:sldId xmlns:r="http://schemas.openxmlformats.org/officeDocument/2006/relationships" id="258" r:id="Rdf6b1936e1924012"/>
    <p:sldId xmlns:r="http://schemas.openxmlformats.org/officeDocument/2006/relationships" id="259" r:id="Rd8dc244aeecc41e4"/>
    <p:sldId xmlns:r="http://schemas.openxmlformats.org/officeDocument/2006/relationships" id="260" r:id="R0f25e6f9ebe04687"/>
  </p:sldIdLst>
  <p:sldSz cx="9144000" cy="6858000" type="screen4x3"/>
  <p:notesSz cx="6858000" cy="9144000"/>
  <p:defaultTextStyle/>
  <p:extLst>
    <p:ext uri="{521415D9-36F7-43E2-AB2F-B90AF26B5E84}">
      <p14:sectionLst xmlns:p14="http://schemas.microsoft.com/office/powerpoint/2010/main">
        <p14:section name="Title slide" id="{8CB951B4-6DDC-4340-9BCF-26D582713B64}">
          <p14:sldIdLst>
            <p14:sldId id="257"/>
          </p14:sldIdLst>
        </p14:section>
        <p14:section name="Section title" id="{06B8CDC5-AA16-4F5A-B2C7-A943696E62AB}">
          <p14:sldIdLst>
            <p14:sldId id="258"/>
            <p14:sldId id="259"/>
            <p14:sldId id="260"/>
          </p14:sldIdLst>
        </p14:section>
      </p14:sectionLst>
    </p:ext>
  </p:extLst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9d6695954d645a0" /><Relationship Type="http://schemas.openxmlformats.org/officeDocument/2006/relationships/slideMaster" Target="/ppt/slideMasters/slideMaster1.xml" Id="R2e0b3f13d3cb4d55" /><Relationship Type="http://schemas.openxmlformats.org/officeDocument/2006/relationships/slide" Target="/ppt/slides/slide1.xml" Id="R4d276876b95e40b7" /><Relationship Type="http://schemas.openxmlformats.org/officeDocument/2006/relationships/slide" Target="/ppt/slides/slide2.xml" Id="Rdf6b1936e1924012" /><Relationship Type="http://schemas.openxmlformats.org/officeDocument/2006/relationships/slide" Target="/ppt/slides/slide3.xml" Id="Rd8dc244aeecc41e4" /><Relationship Type="http://schemas.openxmlformats.org/officeDocument/2006/relationships/slide" Target="/ppt/slides/slide4.xml" Id="R0f25e6f9ebe04687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c876b8744f4be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67b104bd714b3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c1fa15626a46ec" /></Relationships>
</file>

<file path=ppt/slideLayouts/slideLayout1.xml><?xml version="1.0" encoding="utf-8"?>
<p:sldLayout xmlns:p="http://schemas.openxmlformats.org/presentationml/2006/main" type="title">
  <p:cSld name="Title"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288000" y="3015000"/>
            <a:ext cx="8568000" cy="82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p xmlns:a="http://schemas.openxmlformats.org/drawingml/2006/main">
            <a:r>
              <a:t/>
            </a:r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88000" y="3879000"/>
            <a:ext cx="8568000" cy="82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secHead">
  <p:cSld name="Section Header"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288000" y="3015000"/>
            <a:ext cx="8568000" cy="82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p xmlns:a="http://schemas.openxmlformats.org/drawingml/2006/main">
            <a:r>
              <a:t/>
            </a:r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88000" y="3879000"/>
            <a:ext cx="8568000" cy="82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">
  <p:cSld name="Title and Object"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288000" y="288000"/>
            <a:ext cx="8568000" cy="82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p xmlns:a="http://schemas.openxmlformats.org/drawingml/2006/main">
            <a:r>
              <a:t/>
            </a:r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88000" y="1152000"/>
            <a:ext cx="8568000" cy="509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p xmlns:a="http://schemas.openxmlformats.org/drawingml/2006/main">
            <a:r>
              <a:t/>
            </a:r>
          </a:p>
        </p:txBody>
      </p:sp>
      <p:sp>
        <p:nvSpPr>
          <p:cNvPr id="4" name="Page Numbering"/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68000" y="6282000"/>
            <a:ext cx="288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/>
          <a:lstStyle xmlns:a="http://schemas.openxmlformats.org/drawingml/2006/main">
            <a:lvl1pPr algn="r">
              <a:buNone/>
            </a:lvl1pPr>
          </a:lstStyle>
          <a:p xmlns:a="http://schemas.openxmlformats.org/drawingml/2006/main">
            <a:fld id="{BDC8F828-C820-42A8-9005-284C4E511496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f46e7e82e994431b" /><Relationship Type="http://schemas.openxmlformats.org/officeDocument/2006/relationships/slideLayout" Target="/ppt/slideLayouts/slideLayout1.xml" Id="R1ab0dc91c4134361" /><Relationship Type="http://schemas.openxmlformats.org/officeDocument/2006/relationships/slideLayout" Target="/ppt/slideLayouts/slideLayout2.xml" Id="R1d2c2eab83354ffb" /><Relationship Type="http://schemas.openxmlformats.org/officeDocument/2006/relationships/slideLayout" Target="/ppt/slideLayouts/slideLayout3.xml" Id="Rc9dfb86bfafa4ec2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288000" y="288000"/>
            <a:ext cx="8568000" cy="82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p xmlns:a="http://schemas.openxmlformats.org/drawingml/2006/main">
            <a:r>
              <a:t/>
            </a:r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88000" y="1152000"/>
            <a:ext cx="8568000" cy="509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p xmlns:a="http://schemas.openxmlformats.org/drawingml/2006/main">
            <a:r>
              <a:t/>
            </a:r>
          </a:p>
        </p:txBody>
      </p:sp>
      <p:sp>
        <p:nvSpPr>
          <p:cNvPr id="4" name="Page Numbering"/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68000" y="6282000"/>
            <a:ext cx="288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/>
          <a:lstStyle xmlns:a="http://schemas.openxmlformats.org/drawingml/2006/main">
            <a:lvl1pPr algn="r">
              <a:buNone/>
            </a:lvl1pPr>
          </a:lstStyle>
          <a:p xmlns:a="http://schemas.openxmlformats.org/drawingml/2006/main">
            <a:fld id="{BDC8F828-C820-42A8-9005-284C4E511496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0" r:id="R1ab0dc91c4134361"/>
    <p:sldLayoutId xmlns:r="http://schemas.openxmlformats.org/officeDocument/2006/relationships" id="2147483651" r:id="R1d2c2eab83354ffb"/>
    <p:sldLayoutId xmlns:r="http://schemas.openxmlformats.org/officeDocument/2006/relationships" id="2147483652" r:id="Rc9dfb86bfafa4ec2"/>
  </p:sldLayoutIdLst>
  <p:txStyles>
    <p:titleStyle>
      <a:defPPr xmlns:a="http://schemas.openxmlformats.org/drawingml/2006/main">
        <a:defRPr lang="en-US" altLang="en-US">
          <a:solidFill>
            <a:schemeClr val="dk1"/>
          </a:solidFill>
        </a:defRPr>
      </a:defPPr>
      <a:lvl1pPr xmlns:a="http://schemas.openxmlformats.org/drawingml/2006/main">
        <a:defRPr lang="en-US" altLang="en-US" sz="4400">
          <a:solidFill>
            <a:schemeClr val="dk1"/>
          </a:solidFill>
          <a:latin typeface="+mj-lt"/>
          <a:ea typeface="+mj-ea"/>
          <a:cs typeface="+mj-cs"/>
        </a:defRPr>
      </a:lvl1pPr>
    </p:titleStyle>
    <p:bodyStyle>
      <a:defPPr xmlns:a="http://schemas.openxmlformats.org/drawingml/2006/main">
        <a:defRPr lang="en-US" altLang="en-US">
          <a:solidFill>
            <a:schemeClr val="dk1"/>
          </a:solidFill>
        </a:defRPr>
      </a:defPPr>
      <a:lvl1pPr xmlns:a="http://schemas.openxmlformats.org/drawingml/2006/main" marL="355600" indent="-355600">
        <a:buChar char="•"/>
        <a:defRPr lang="en-US" altLang="en-US" sz="2800">
          <a:solidFill>
            <a:schemeClr val="dk1"/>
          </a:solidFill>
          <a:latin typeface="+mn-lt"/>
          <a:ea typeface="+mn-ea"/>
          <a:cs typeface="+mn-cs"/>
        </a:defRPr>
      </a:lvl1pPr>
      <a:lvl2pPr xmlns:a="http://schemas.openxmlformats.org/drawingml/2006/main" marL="660400" indent="-304800">
        <a:buChar char="⁃"/>
        <a:defRPr lang="en-US" altLang="en-US" sz="2400">
          <a:solidFill>
            <a:schemeClr val="dk1"/>
          </a:solidFill>
          <a:latin typeface="+mn-lt"/>
          <a:ea typeface="+mn-ea"/>
          <a:cs typeface="+mn-cs"/>
        </a:defRPr>
      </a:lvl2pPr>
      <a:lvl3pPr xmlns:a="http://schemas.openxmlformats.org/drawingml/2006/main" marL="914400" indent="-254000">
        <a:buChar char="*"/>
        <a:defRPr lang="en-US" altLang="en-US" sz="2000">
          <a:solidFill>
            <a:schemeClr val="dk1"/>
          </a:solidFill>
          <a:latin typeface="+mn-lt"/>
          <a:ea typeface="+mn-ea"/>
          <a:cs typeface="+mn-cs"/>
        </a:defRPr>
      </a:lvl3pPr>
      <a:lvl4pPr xmlns:a="http://schemas.openxmlformats.org/drawingml/2006/main" marL="1143000" indent="-228600">
        <a:buChar char="‣"/>
        <a:defRPr lang="en-US" altLang="en-US" sz="1800">
          <a:solidFill>
            <a:schemeClr val="dk1"/>
          </a:solidFill>
          <a:latin typeface="+mn-lt"/>
          <a:ea typeface="+mn-ea"/>
          <a:cs typeface="+mn-cs"/>
        </a:defRPr>
      </a:lvl4pPr>
      <a:lvl5pPr xmlns:a="http://schemas.openxmlformats.org/drawingml/2006/main" marL="1371600" indent="-228600">
        <a:buChar char="○"/>
        <a:defRPr lang="en-US" altLang="en-US" sz="1800">
          <a:solidFill>
            <a:schemeClr val="dk1"/>
          </a:solidFill>
          <a:latin typeface="+mn-lt"/>
          <a:ea typeface="+mn-ea"/>
          <a:cs typeface="+mn-cs"/>
        </a:defRPr>
      </a:lvl5pPr>
      <a:lvl6pPr xmlns:a="http://schemas.openxmlformats.org/drawingml/2006/main" marL="1600200" indent="-228600">
        <a:buChar char="○"/>
        <a:defRPr lang="en-US" altLang="en-US" sz="1800">
          <a:solidFill>
            <a:schemeClr val="dk1"/>
          </a:solidFill>
          <a:latin typeface="+mn-lt"/>
          <a:ea typeface="+mn-ea"/>
          <a:cs typeface="+mn-cs"/>
        </a:defRPr>
      </a:lvl6pPr>
      <a:lvl7pPr xmlns:a="http://schemas.openxmlformats.org/drawingml/2006/main" marL="1828800" indent="-228600">
        <a:buChar char="○"/>
        <a:defRPr lang="en-US" altLang="en-US" sz="1800">
          <a:solidFill>
            <a:schemeClr val="dk1"/>
          </a:solidFill>
          <a:latin typeface="+mn-lt"/>
          <a:ea typeface="+mn-ea"/>
          <a:cs typeface="+mn-cs"/>
        </a:defRPr>
      </a:lvl7pPr>
      <a:lvl8pPr xmlns:a="http://schemas.openxmlformats.org/drawingml/2006/main" marL="2057400" indent="-228600">
        <a:buChar char="○"/>
        <a:defRPr lang="en-US" altLang="en-US" sz="1800">
          <a:solidFill>
            <a:schemeClr val="dk1"/>
          </a:solidFill>
          <a:latin typeface="+mn-lt"/>
          <a:ea typeface="+mn-ea"/>
          <a:cs typeface="+mn-cs"/>
        </a:defRPr>
      </a:lvl8pPr>
      <a:lvl9pPr xmlns:a="http://schemas.openxmlformats.org/drawingml/2006/main" marL="2286000" indent="-228600">
        <a:buChar char="○"/>
        <a:defRPr lang="en-US" altLang="en-US" sz="1800">
          <a:solidFill>
            <a:schemeClr val="dk1"/>
          </a:solidFill>
          <a:latin typeface="+mn-lt"/>
          <a:ea typeface="+mn-ea"/>
          <a:cs typeface="+mn-cs"/>
        </a:defRPr>
      </a:lvl9pPr>
    </p:body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118ffa541847d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f6deb676de4e2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c188255a1ad4be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306cb28f1bf417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288000" y="3015000"/>
            <a:ext cx="8568000" cy="82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p xmlns:a="http://schemas.openxmlformats.org/drawingml/2006/main">
            <a:pPr marL="0" indent="0">
              <a:buNone/>
            </a:pPr>
            <a:r>
              <a:t>Title slide</a:t>
            </a:r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88000" y="3879000"/>
            <a:ext cx="8568000" cy="82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p xmlns:a="http://schemas.openxmlformats.org/drawingml/2006/main">
            <a:pPr marL="0" indent="0">
              <a:buNone/>
            </a:pPr>
            <a:r>
              <a:t>The Slide with heading level one is rendered as a title slide.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288000" y="3015000"/>
            <a:ext cx="8568000" cy="82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p xmlns:a="http://schemas.openxmlformats.org/drawingml/2006/main">
            <a:pPr marL="0" indent="0">
              <a:buNone/>
            </a:pPr>
            <a:r>
              <a:t>Section title</a:t>
            </a:r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88000" y="3879000"/>
            <a:ext cx="8568000" cy="82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p xmlns:a="http://schemas.openxmlformats.org/drawingml/2006/main">
            <a:pPr marL="0" indent="0">
              <a:buNone/>
            </a:pPr>
            <a:r>
              <a:t>Slides with heading level less than </a:t>
            </a:r>
            <a:r>
              <a:rPr>
                <a:latin typeface="Courier New"/>
                <a:ea typeface="Courier New"/>
                <a:cs typeface="Courier New"/>
              </a:rPr>
              <a:t>slide_level</a:t>
            </a:r>
            <a:r>
              <a:t> option are rendered as section</a:t>
            </a:r>
            <a:r>
              <a:t> </a:t>
            </a:r>
            <a:r>
              <a:t>title slides.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288000" y="288000"/>
            <a:ext cx="8568000" cy="82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p xmlns:a="http://schemas.openxmlformats.org/drawingml/2006/main">
            <a:pPr marL="0" indent="0">
              <a:buNone/>
            </a:pPr>
            <a:r>
              <a:t>Slide title</a:t>
            </a:r>
          </a:p>
        </p:txBody>
      </p:sp>
      <p:sp>
        <p:nvSpPr>
          <p:cNvPr id="3" name="Page Numbering"/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68000" y="6282000"/>
            <a:ext cx="288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/>
          <a:lstStyle xmlns:a="http://schemas.openxmlformats.org/drawingml/2006/main">
            <a:lvl1pPr algn="r">
              <a:buNone/>
            </a:lvl1pPr>
          </a:lstStyle>
          <a:p xmlns:a="http://schemas.openxmlformats.org/drawingml/2006/main">
            <a:fld id="{BDC8F828-C820-42A8-9005-284C4E511496}" type="slidenum">
              <a:t>‹#›</a:t>
            </a:fld>
          </a:p>
        </p:txBody>
      </p:sp>
      <p:sp>
        <p:nvSpPr>
          <p:cNvPr id="4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88000" y="1152000"/>
            <a:ext cx="8568000" cy="509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p xmlns:a="http://schemas.openxmlformats.org/drawingml/2006/main">
            <a:pPr marL="0" indent="0">
              <a:buNone/>
            </a:pPr>
            <a:r>
              <a:t>Other slides are rendered as a normal slides.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288000" y="288000"/>
            <a:ext cx="8568000" cy="82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p xmlns:a="http://schemas.openxmlformats.org/drawingml/2006/main"/>
        </p:txBody>
      </p:sp>
      <p:sp>
        <p:nvSpPr>
          <p:cNvPr id="3" name="Page Numbering"/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68000" y="6282000"/>
            <a:ext cx="288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/>
          <a:lstStyle xmlns:a="http://schemas.openxmlformats.org/drawingml/2006/main">
            <a:lvl1pPr algn="r">
              <a:buNone/>
            </a:lvl1pPr>
          </a:lstStyle>
          <a:p xmlns:a="http://schemas.openxmlformats.org/drawingml/2006/main">
            <a:fld id="{BDC8F828-C820-42A8-9005-284C4E511496}" type="slidenum">
              <a:t>‹#›</a:t>
            </a:fld>
          </a:p>
        </p:txBody>
      </p:sp>
      <p:sp>
        <p:nvSpPr>
          <p:cNvPr id="4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88000" y="1152000"/>
            <a:ext cx="8568000" cy="509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p xmlns:a="http://schemas.openxmlformats.org/drawingml/2006/main">
            <a:pPr marL="0" indent="0">
              <a:buNone/>
            </a:pPr>
            <a:r>
              <a:t>A horizontal line </a:t>
            </a:r>
            <a:r>
              <a:rPr>
                <a:latin typeface="Courier New"/>
                <a:ea typeface="Courier New"/>
                <a:cs typeface="Courier New"/>
              </a:rPr>
              <a:t>---</a:t>
            </a:r>
            <a:r>
              <a:t> breaks a slide.</a:t>
            </a:r>
          </a:p>
        </p:txBody>
      </p:sp>
    </p:spTree>
  </p:cSld>
</p:sld>
</file>

<file path=ppt/theme/theme1.xml><?xml version="1.0" encoding="utf-8"?>
<a:theme xmlns:a="http://schemas.openxmlformats.org/drawingml/2006/main" name="Sample">
  <a:themeElements>
    <a:clrScheme name="Office Them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Universal Design">
      <a:majorFont>
        <a:latin typeface="Verdana"/>
        <a:ea typeface=""/>
        <a:cs typeface=""/>
        <a:font script="Jpan" typeface="BIZ UDPゴシック"/>
        <a:font script="Hang" typeface="맑은 고딕"/>
        <a:font script="Hans" typeface="微软雅黑"/>
        <a:font script="Hant" typeface="微軟正黑體"/>
      </a:majorFont>
      <a:minorFont>
        <a:latin typeface="Verdana"/>
        <a:ea typeface=""/>
        <a:cs typeface=""/>
        <a:font script="Jpan" typeface="BIZ UDPゴシック"/>
        <a:font script="Hang" typeface="맑은 고딕"/>
        <a:font script="Hans" typeface="微软雅黑"/>
        <a:font script="Hant" typeface="微軟正黑體"/>
      </a:minorFont>
    </a:fontScheme>
    <a:fmtScheme>
      <a:fillStyleLst>
        <a:noFill/>
        <a:noFill/>
        <a:noFill/>
      </a:fillStyleLst>
      <a:lnStyleLst>
        <a:ln/>
        <a:ln/>
        <a:ln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noFill/>
        <a:noFill/>
        <a:noFill/>
      </a:bgFillStyleLst>
    </a:fmtScheme>
  </a:themeElements>
</a:theme>
</file>