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ec3783bdbed4c05" /></Relationships>
</file>

<file path=ppt/presentation.xml><?xml version="1.0" encoding="utf-8"?>
<p:presentation xmlns:p="http://schemas.openxmlformats.org/presentationml/2006/main" showSpecialPlsOnTitleSld="0">
  <p:sldMasterIdLst>
    <p:sldMasterId xmlns:r="http://schemas.openxmlformats.org/officeDocument/2006/relationships" id="2147483648" r:id="R32b251b005fa42ec"/>
  </p:sldMasterIdLst>
  <p:sldIdLst>
    <p:sldId xmlns:r="http://schemas.openxmlformats.org/officeDocument/2006/relationships" id="257" r:id="R83ac76c495b04f20"/>
  </p:sldIdLst>
  <p:sldSz cx="9144000" cy="6858000" type="screen4x3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430bb1e0694064" /><Relationship Type="http://schemas.openxmlformats.org/officeDocument/2006/relationships/slideMaster" Target="/ppt/slideMasters/slideMaster1.xml" Id="R32b251b005fa42ec" /><Relationship Type="http://schemas.openxmlformats.org/officeDocument/2006/relationships/slide" Target="/ppt/slides/slide1.xml" Id="R83ac76c495b04f20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12ef1d281c47e0" /></Relationships>
</file>

<file path=ppt/slideLayouts/slideLayout1.xml><?xml version="1.0" encoding="utf-8"?>
<p:sldLayout xmlns:p="http://schemas.openxmlformats.org/presentationml/2006/main" type="obj">
  <p:cSld name="Title and Object"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288000" y="288000"/>
            <a:ext cx="8568000" cy="82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r>
              <a:t/>
            </a:r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88000" y="1152000"/>
            <a:ext cx="8568000" cy="509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r>
              <a:t/>
            </a:r>
          </a:p>
        </p:txBody>
      </p:sp>
      <p:sp>
        <p:nvSpPr>
          <p:cNvPr id="4" name="Page Numbering"/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68000" y="6282000"/>
            <a:ext cx="288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/>
          <a:lstStyle xmlns:a="http://schemas.openxmlformats.org/drawingml/2006/main">
            <a:lvl1pPr algn="r">
              <a:buNone/>
            </a:lvl1pPr>
          </a:lstStyle>
          <a:p xmlns:a="http://schemas.openxmlformats.org/drawingml/2006/main">
            <a:fld id="{0FD098F1-DB1F-4114-8A42-56266C1B5C08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9afc04850474895" /><Relationship Type="http://schemas.openxmlformats.org/officeDocument/2006/relationships/slideLayout" Target="/ppt/slideLayouts/slideLayout1.xml" Id="R286be1c5c0c84f67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288000" y="288000"/>
            <a:ext cx="8568000" cy="82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r>
              <a:t/>
            </a:r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88000" y="1152000"/>
            <a:ext cx="8568000" cy="509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r>
              <a:t/>
            </a:r>
          </a:p>
        </p:txBody>
      </p:sp>
      <p:sp>
        <p:nvSpPr>
          <p:cNvPr id="4" name="Page Numbering"/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68000" y="6282000"/>
            <a:ext cx="288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/>
          <a:lstStyle xmlns:a="http://schemas.openxmlformats.org/drawingml/2006/main">
            <a:lvl1pPr algn="r">
              <a:buNone/>
            </a:lvl1pPr>
          </a:lstStyle>
          <a:p xmlns:a="http://schemas.openxmlformats.org/drawingml/2006/main">
            <a:fld id="{0FD098F1-DB1F-4114-8A42-56266C1B5C08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0" r:id="R286be1c5c0c84f67"/>
  </p:sldLayoutIdLst>
  <p:txStyles>
    <p:titleStyle>
      <a:defPPr xmlns:a="http://schemas.openxmlformats.org/drawingml/2006/main">
        <a:defRPr lang="en-US" altLang="en-US">
          <a:solidFill>
            <a:schemeClr val="dk1"/>
          </a:solidFill>
        </a:defRPr>
      </a:defPPr>
      <a:lvl1pPr xmlns:a="http://schemas.openxmlformats.org/drawingml/2006/main">
        <a:defRPr lang="en-US" altLang="en-US" sz="4400">
          <a:solidFill>
            <a:schemeClr val="dk1"/>
          </a:solidFill>
          <a:latin typeface="+mj-lt"/>
          <a:ea typeface="+mj-ea"/>
          <a:cs typeface="+mj-cs"/>
        </a:defRPr>
      </a:lvl1pPr>
    </p:titleStyle>
    <p:bodyStyle>
      <a:defPPr xmlns:a="http://schemas.openxmlformats.org/drawingml/2006/main">
        <a:defRPr lang="en-US" altLang="en-US">
          <a:solidFill>
            <a:schemeClr val="dk1"/>
          </a:solidFill>
        </a:defRPr>
      </a:defPPr>
      <a:lvl1pPr xmlns:a="http://schemas.openxmlformats.org/drawingml/2006/main" marL="355600" indent="-355600">
        <a:buChar char="•"/>
        <a:defRPr lang="en-US" altLang="en-US" sz="2800">
          <a:solidFill>
            <a:schemeClr val="dk1"/>
          </a:solidFill>
          <a:latin typeface="+mn-lt"/>
          <a:ea typeface="+mn-ea"/>
          <a:cs typeface="+mn-cs"/>
        </a:defRPr>
      </a:lvl1pPr>
      <a:lvl2pPr xmlns:a="http://schemas.openxmlformats.org/drawingml/2006/main" marL="660400" indent="-304800">
        <a:buChar char="⁃"/>
        <a:defRPr lang="en-US" altLang="en-US" sz="2400">
          <a:solidFill>
            <a:schemeClr val="dk1"/>
          </a:solidFill>
          <a:latin typeface="+mn-lt"/>
          <a:ea typeface="+mn-ea"/>
          <a:cs typeface="+mn-cs"/>
        </a:defRPr>
      </a:lvl2pPr>
      <a:lvl3pPr xmlns:a="http://schemas.openxmlformats.org/drawingml/2006/main" marL="914400" indent="-254000">
        <a:buChar char="*"/>
        <a:defRPr lang="en-US" altLang="en-US" sz="2000">
          <a:solidFill>
            <a:schemeClr val="dk1"/>
          </a:solidFill>
          <a:latin typeface="+mn-lt"/>
          <a:ea typeface="+mn-ea"/>
          <a:cs typeface="+mn-cs"/>
        </a:defRPr>
      </a:lvl3pPr>
      <a:lvl4pPr xmlns:a="http://schemas.openxmlformats.org/drawingml/2006/main" marL="1143000" indent="-228600">
        <a:buChar char="‣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4pPr>
      <a:lvl5pPr xmlns:a="http://schemas.openxmlformats.org/drawingml/2006/main" marL="1371600" indent="-228600">
        <a:buChar char="○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5pPr>
      <a:lvl6pPr xmlns:a="http://schemas.openxmlformats.org/drawingml/2006/main" marL="1600200" indent="-228600">
        <a:buChar char="○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6pPr>
      <a:lvl7pPr xmlns:a="http://schemas.openxmlformats.org/drawingml/2006/main" marL="1828800" indent="-228600">
        <a:buChar char="○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7pPr>
      <a:lvl8pPr xmlns:a="http://schemas.openxmlformats.org/drawingml/2006/main" marL="2057400" indent="-228600">
        <a:buChar char="○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8pPr>
      <a:lvl9pPr xmlns:a="http://schemas.openxmlformats.org/drawingml/2006/main" marL="2286000" indent="-228600">
        <a:buChar char="○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9pPr>
    </p:body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e78bbf189a42d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288000" y="288000"/>
            <a:ext cx="8568000" cy="82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pPr marL="0" indent="0">
              <a:buNone/>
            </a:pPr>
            <a:r>
              <a:t>Data Table</a:t>
            </a:r>
          </a:p>
        </p:txBody>
      </p:sp>
      <p:sp>
        <p:nvSpPr>
          <p:cNvPr id="3" name="Page Numbering"/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68000" y="6282000"/>
            <a:ext cx="288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/>
          <a:lstStyle xmlns:a="http://schemas.openxmlformats.org/drawingml/2006/main">
            <a:lvl1pPr algn="r">
              <a:buNone/>
            </a:lvl1pPr>
          </a:lstStyle>
          <a:p xmlns:a="http://schemas.openxmlformats.org/drawingml/2006/main">
            <a:fld id="{0FD098F1-DB1F-4114-8A42-56266C1B5C08}" type="slidenum">
              <a:t>‹#›</a:t>
            </a:fld>
          </a:p>
        </p:txBody>
      </p:sp>
      <p:graphicFrame>
        <p:nvGraphicFramePr>
          <p:cNvPr id="4" name=""/>
          <p:cNvGraphicFramePr/>
          <p:nvPr>
            <p:ph type="tbl" idx="1"/>
          </p:nvPr>
        </p:nvGraphicFramePr>
        <p:xfrm>
          <a:off xmlns:a="http://schemas.openxmlformats.org/drawingml/2006/main" x="288000" y="1152000"/>
          <a:ext xmlns:a="http://schemas.openxmlformats.org/drawingml/2006/main" cx="8568000" cy="5094000"/>
        </p:xfrm>
        <a:graphic xmlns:a="http://schemas.openxmlformats.org/drawingml/2006/main">
          <a:graphicData uri="http://schemas.openxmlformats.org/drawingml/2006/table">
            <a:tbl>
              <a:tblPr firstRow="1" firstCol="1" lastRow="1" lastCol="1" bandRow="0" bandCol="0">
                <a:tableStyle styleId="{380829CC-4AB9-4043-BA76-DDD59DE487CB}" styleName="Table Style">
                  <a:wholeTbl>
                    <a:tcStyle>
                      <a:tcBdr>
                        <a:left>
                          <a:ln w="12700"/>
                        </a:left>
                        <a:right>
                          <a:ln w="12700"/>
                        </a:right>
                        <a:top>
                          <a:ln w="25400">
                            <a:solidFill>
                              <a:srgbClr val="000000"/>
                            </a:solidFill>
                          </a:ln>
                        </a:top>
                        <a:bottom>
                          <a:ln w="25400">
                            <a:solidFill>
                              <a:srgbClr val="000000"/>
                            </a:solidFill>
                          </a:ln>
                        </a:bottom>
                        <a:insideH>
                          <a:ln w="12700"/>
                        </a:insideH>
                        <a:insideV>
                          <a:ln w="12700"/>
                        </a:insideV>
                      </a:tcBdr>
                    </a:tcStyle>
                  </a:wholeTbl>
                  <a:lastCol>
                    <a:tcStyle>
                      <a:tcBdr>
                        <a:left>
                          <a:ln w="12700">
                            <a:solidFill>
                              <a:srgbClr val="000000"/>
                            </a:solidFill>
                          </a:ln>
                        </a:left>
                      </a:tcBdr>
                    </a:tcStyle>
                  </a:lastCol>
                  <a:firstCol>
                    <a:tcTxStyle b="on"/>
                    <a:tcStyle>
                      <a:tcBdr>
                        <a:right>
                          <a:ln w="12700">
                            <a:solidFill>
                              <a:srgbClr val="000000"/>
                            </a:solidFill>
                          </a:ln>
                        </a:right>
                      </a:tcBdr>
                    </a:tcStyle>
                  </a:firstCol>
                  <a:lastRow>
                    <a:tcStyle>
                      <a:tcBdr>
                        <a:top>
                          <a:ln w="12700">
                            <a:solidFill>
                              <a:srgbClr val="000000"/>
                            </a:solidFill>
                          </a:ln>
                        </a:top>
                      </a:tcBdr>
                    </a:tcStyle>
                  </a:lastRow>
                  <a:swCell>
                    <a:tcTxStyle b="on"/>
                  </a:swCell>
                  <a:firstRow>
                    <a:tcTxStyle b="on">
                      <a:srgbClr val="000000"/>
                    </a:tcTxStyle>
                    <a:tcStyle>
                      <a:tcBdr>
                        <a:bottom>
                          <a:ln w="12700">
                            <a:solidFill>
                              <a:srgbClr val="000000"/>
                            </a:solidFill>
                          </a:ln>
                        </a:bottom>
                      </a:tcBdr>
                      <a:fill>
                        <a:solidFill>
                          <a:srgbClr val="FFFFFF"/>
                        </a:solidFill>
                      </a:fill>
                    </a:tcStyle>
                  </a:firstRow>
                  <a:neCell>
                    <a:tcTxStyle b="on">
                      <a:srgbClr val="000000"/>
                    </a:tcTxStyle>
                    <a:tcStyle>
                      <a:fill>
                        <a:solidFill>
                          <a:srgbClr val="FFFFFF"/>
                        </a:solidFill>
                      </a:fill>
                    </a:tcStyle>
                  </a:neCell>
                  <a:nwCell>
                    <a:tcTxStyle b="on">
                      <a:srgbClr val="000000"/>
                    </a:tcTxStyle>
                    <a:tcStyle>
                      <a:fill>
                        <a:solidFill>
                          <a:srgbClr val="FFFFFF"/>
                        </a:solidFill>
                      </a:fill>
                    </a:tcStyle>
                  </a:nwCell>
                </a:tableStyle>
              </a:tblPr>
              <a:tblGrid>
                <a:gridCol w="317333"/>
                <a:gridCol w="317333"/>
                <a:gridCol w="317333"/>
                <a:gridCol w="317333"/>
                <a:gridCol w="317333"/>
                <a:gridCol w="317333"/>
                <a:gridCol w="317333"/>
                <a:gridCol w="317333"/>
                <a:gridCol w="317333"/>
                <a:gridCol w="317333"/>
                <a:gridCol w="317333"/>
                <a:gridCol w="317333"/>
                <a:gridCol w="317333"/>
                <a:gridCol w="317333"/>
                <a:gridCol w="317333"/>
                <a:gridCol w="317333"/>
                <a:gridCol w="317333"/>
                <a:gridCol w="317333"/>
                <a:gridCol w="317333"/>
                <a:gridCol w="317333"/>
                <a:gridCol w="317333"/>
                <a:gridCol w="317333"/>
                <a:gridCol w="317333"/>
                <a:gridCol w="317333"/>
                <a:gridCol w="317333"/>
                <a:gridCol w="317333"/>
                <a:gridCol w="317333"/>
              </a:tblGrid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day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2000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2001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2002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2003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2004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2005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2006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2007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2008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2009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2010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2011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2012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2013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2014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2015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2016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2017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2018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2019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2020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2021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2022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2023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2024</a:t>
                      </a:r>
                    </a:p>
                  </a:txBody>
                  <a:tcPr marL="0" marR="38100" marT="0" marB="0" anchor="b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AVG</a:t>
                      </a:r>
                    </a:p>
                  </a:txBody>
                  <a:tcPr marL="0" marR="38100" marT="0" marB="0" anchor="b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35.9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35.7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30.1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37.8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34.6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34.9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34.1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30.1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34.5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21.4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34.6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30.1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35.9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35.1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29.4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34.8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34.3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34.2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34.8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29.9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34.1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21.8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29.5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35.7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29.3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21.0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34.2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29.5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36.2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29.9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35.6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30.4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34.2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29.3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34.1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34.5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29.5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34.3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19.4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29.3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21.3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34.5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29.1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21.3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34.4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28.3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21.9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27.6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18.9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28.4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35.1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28.9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28.9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21.5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27.5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21.7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17.7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19.0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26.8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18.8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19.3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26.7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21.7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25.5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25.7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19.6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19.5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25.6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19.9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21.3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25.5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19.7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17.8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17.5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24.5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20.3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32.1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19.6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33.2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26.2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21.6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17.9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21.3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25.2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21.1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18.7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18.8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23.2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22.0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24.2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25.3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25.6</a:t>
                      </a:r>
                    </a:p>
                  </a:txBody>
                  <a:tcPr marL="0" marR="38100" marT="0" marB="0" anchor="ctr"/>
                </a:tc>
              </a:tr>
              <a:tr h="159188"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AVG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26.5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29.0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27.7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26.6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29.4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28.1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26.2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28.8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31.2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30.9</a:t>
                      </a:r>
                    </a:p>
                  </a:txBody>
                  <a:tcPr marL="0" marR="38100" marT="0" marB="0" anchor="ctr"/>
                </a:tc>
                <a:tc>
                  <a:txBody>
                    <a:bodyPr>
                      <a:noAutofit/>
                    </a:bodyPr>
                    <a:lstStyle>
                      <a:defPPr marL="0" marR="0" indent="0" algn="r">
                        <a:defRPr lang="en-US" altLang="en-US" sz="450">
                          <a:solidFill>
                            <a:schemeClr val="dk1"/>
                          </a:solidFill>
                        </a:defRPr>
                      </a:defPPr>
                      <a:lvl1pPr marL="88900" marR="0" indent="-88900" algn="r">
                        <a:buChar char="•"/>
                        <a:defRPr lang="en-US" altLang="en-US" sz="7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165100" marR="0" indent="-76200" algn="r">
                        <a:buChar char="⁃"/>
                        <a:defRPr lang="en-US" altLang="en-US" sz="6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228600" marR="0" indent="-63500" algn="r">
                        <a:buChar char="*"/>
                        <a:defRPr lang="en-US" altLang="en-US" sz="5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285750" marR="0" indent="-57150" algn="r">
                        <a:buChar char="‣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3429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4000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4572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51435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571500" marR="0" indent="-57150" algn="r">
                        <a:buChar char="○"/>
                        <a:defRPr lang="en-US" altLang="en-US" sz="45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marL="0" marR="0" indent="0">
                        <a:buNone/>
                      </a:pPr>
                      <a:r>
                        <a:t>28.1</a:t>
                      </a:r>
                    </a:p>
                  </a:txBody>
                  <a:tcPr marL="0" marR="38100" marT="0" marB="0" anchor="ctr"/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Sample">
  <a:themeElements>
    <a:clrScheme name="Office Them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Universal Design">
      <a:majorFont>
        <a:latin typeface="Verdana"/>
        <a:ea typeface=""/>
        <a:cs typeface=""/>
        <a:font script="Jpan" typeface="BIZ UDPゴシック"/>
        <a:font script="Hang" typeface="맑은 고딕"/>
        <a:font script="Hans" typeface="微软雅黑"/>
        <a:font script="Hant" typeface="微軟正黑體"/>
      </a:majorFont>
      <a:minorFont>
        <a:latin typeface="Verdana"/>
        <a:ea typeface=""/>
        <a:cs typeface=""/>
        <a:font script="Jpan" typeface="BIZ UDPゴシック"/>
        <a:font script="Hang" typeface="맑은 고딕"/>
        <a:font script="Hans" typeface="微软雅黑"/>
        <a:font script="Hant" typeface="微軟正黑體"/>
      </a:minorFont>
    </a:fontScheme>
    <a:fmtScheme>
      <a:fillStyleLst>
        <a:noFill/>
        <a:noFill/>
        <a:noFill/>
      </a:fillStyleLst>
      <a:lnStyleLst>
        <a:ln/>
        <a:ln/>
        <a:ln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noFill/>
        <a:noFill/>
        <a:noFill/>
      </a:bgFillStyleLst>
    </a:fmtScheme>
  </a:themeElements>
</a:theme>
</file>